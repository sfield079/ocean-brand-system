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839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870833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916553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839" dirty="0"/>
          </a:p>
        </p:txBody>
      </p:sp>
      <p:sp>
        <p:nvSpPr>
          <p:cNvPr id="12" name="ocean:label"/>
          <p:cNvSpPr/>
          <p:nvPr/>
        </p:nvSpPr>
        <p:spPr>
          <a:xfrm>
            <a:off x="4443984" y="4053713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254881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76072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806442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839" dirty="0"/>
          </a:p>
        </p:txBody>
      </p:sp>
      <p:sp>
        <p:nvSpPr>
          <p:cNvPr id="16" name="ocean:label"/>
          <p:cNvSpPr/>
          <p:nvPr/>
        </p:nvSpPr>
        <p:spPr>
          <a:xfrm>
            <a:off x="4443984" y="4943602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5144770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65061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696331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839" dirty="0"/>
          </a:p>
        </p:txBody>
      </p:sp>
      <p:sp>
        <p:nvSpPr>
          <p:cNvPr id="20" name="ocean:label"/>
          <p:cNvSpPr/>
          <p:nvPr/>
        </p:nvSpPr>
        <p:spPr>
          <a:xfrm>
            <a:off x="4443984" y="583349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6034659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54050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59130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29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6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2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3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4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8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39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0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5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6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7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3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4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5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8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59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29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2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5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  <p:sp>
        <p:nvSpPr>
          <p:cNvPr id="3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7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  <p:sp>
        <p:nvSpPr>
          <p:cNvPr id="5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2026-09-26T19:12:26Z</dcterms:created>
  <dcterms:modified xsi:type="dcterms:W3CDTF">2026-09-26T19:12:26Z</dcterms:modified>
</cp:coreProperties>
</file>