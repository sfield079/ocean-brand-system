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715000"/>
            <a:ext cx="10769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Design specimen with illustrative figures and representative images. Do not use for any 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6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is ready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service has room</a:t>
            </a:r>
            <a:endParaRPr lang="en-US" sz="3500" dirty="0"/>
          </a:p>
        </p:txBody>
      </p:sp>
      <p:sp>
        <p:nvSpPr>
          <p:cNvPr id="21" name="Shape 18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sp>
        <p:nvSpPr>
          <p:cNvPr id="23" name="ocean:statement"/>
          <p:cNvSpPr/>
          <p:nvPr/>
        </p:nvSpPr>
        <p:spPr>
          <a:xfrm>
            <a:off x="548640" y="3044952"/>
            <a:ext cx="85953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 existing 2,000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service mean the site can carry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about 412 kW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without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service upgrade.</a:t>
            </a:r>
            <a:endParaRPr lang="en-US" sz="2600" dirty="0"/>
          </a:p>
        </p:txBody>
      </p:sp>
      <p:sp>
        <p:nvSpPr>
          <p:cNvPr id="24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26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27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No service upgrade needed for the first phase.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299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2" name="ocean:header"/>
          <p:cNvSpPr/>
          <p:nvPr/>
        </p:nvSpPr>
        <p:spPr>
          <a:xfrm>
            <a:off x="85950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3" name="ocean:header"/>
          <p:cNvSpPr/>
          <p:nvPr/>
        </p:nvSpPr>
        <p:spPr>
          <a:xfrm>
            <a:off x="85950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0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and storage sized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to the building</a:t>
            </a:r>
            <a:endParaRPr lang="en-US" sz="3500" dirty="0"/>
          </a:p>
        </p:txBody>
      </p:sp>
      <p:sp>
        <p:nvSpPr>
          <p:cNvPr id="21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ARRAY, TWO CABINETS, ONE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INTERCONNECTION.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3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DESIGN SPECIMEN · DO NOT USE</a:t>
            </a:r>
            <a:endParaRPr lang="en-US" sz="900" dirty="0"/>
          </a:p>
        </p:txBody>
      </p:sp>
      <p:pic>
        <p:nvPicPr>
          <p:cNvPr id="24" name="ocean:photo" descr="/home/user/workspace/audit/repo/output/.cache/fit/bess-fcf5b005fbb1696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26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SOLAR</a:t>
            </a:r>
            <a:endParaRPr lang="en-US" sz="950" dirty="0"/>
          </a:p>
        </p:txBody>
      </p:sp>
      <p:sp>
        <p:nvSpPr>
          <p:cNvPr id="29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0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1.2 MWH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INTERCONNECTION</a:t>
            </a:r>
            <a:endParaRPr lang="en-US" sz="950" dirty="0"/>
          </a:p>
        </p:txBody>
      </p:sp>
      <p:sp>
        <p:nvSpPr>
          <p:cNvPr id="40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Line-side tap</a:t>
            </a:r>
            <a:endParaRPr lang="en-US" sz="1400" dirty="0"/>
          </a:p>
        </p:txBody>
      </p:sp>
      <p:sp>
        <p:nvSpPr>
          <p:cNvPr id="41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storage installation.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4059936"/>
            <a:ext cx="6217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2026-09-26T16:12:34Z</dcterms:created>
  <dcterms:modified xsi:type="dcterms:W3CDTF">2026-09-26T16:12:34Z</dcterms:modified>
</cp:coreProperties>
</file>