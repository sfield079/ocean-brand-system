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Basis: 12-month interval data
Status: Illustrative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is ready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service has room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 existing 2,000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mean the site can carry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about 412 kW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without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upgrade.</a:t>
            </a:r>
            <a:endParaRPr lang="en-US" sz="2600" dirty="0"/>
          </a:p>
        </p:txBody>
      </p:sp>
      <p:sp>
        <p:nvSpPr>
          <p:cNvPr id="2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2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 service upgrade needed for the first phase.</a:t>
            </a:r>
            <a:endParaRPr lang="en-US" sz="1500" dirty="0"/>
          </a:p>
        </p:txBody>
      </p:sp>
      <p:sp>
        <p:nvSpPr>
          <p:cNvPr id="2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and storage sized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to the building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ARRAY, TWO CABINETS, ONE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INTERCONNECTION.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pic>
        <p:nvPicPr>
          <p:cNvPr id="23" name="ocean:photo" descr="/home/user/workspace/audit/repo/output/.cache/fit/bess-fcf5b005fbb1696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25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7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SOLAR</a:t>
            </a:r>
            <a:endParaRPr lang="en-US" sz="950" dirty="0"/>
          </a:p>
        </p:txBody>
      </p:sp>
      <p:sp>
        <p:nvSpPr>
          <p:cNvPr id="28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29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950" dirty="0"/>
          </a:p>
        </p:txBody>
      </p:sp>
      <p:sp>
        <p:nvSpPr>
          <p:cNvPr id="33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1.2 MWH</a:t>
            </a:r>
            <a:endParaRPr lang="en-US" sz="1400" dirty="0"/>
          </a:p>
        </p:txBody>
      </p:sp>
      <p:sp>
        <p:nvSpPr>
          <p:cNvPr id="34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INTERCONNECTION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Line-side tap</a:t>
            </a:r>
            <a:endParaRPr lang="en-US" sz="1400" dirty="0"/>
          </a:p>
        </p:txBody>
      </p:sp>
      <p:sp>
        <p:nvSpPr>
          <p:cNvPr id="40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storage installation.</a:t>
            </a:r>
            <a:endParaRPr lang="en-US" sz="1200" dirty="0"/>
          </a:p>
        </p:txBody>
      </p:sp>
      <p:sp>
        <p:nvSpPr>
          <p:cNvPr id="4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user/workspace/audit/repo/assets/logos/png/logo_graphic_crim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4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year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EB3819"/>
            </a:solidFill>
            <a:prstDash val="solid"/>
          </a:ln>
        </p:spPr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Built with ocean-brand-system lib/ocean.js</dc:subject>
  <dc:creator>Ocean RCS</dc:creator>
  <cp:lastModifiedBy>Ocean RCS</cp:lastModifiedBy>
  <cp:revision>1</cp:revision>
  <dcterms:created xsi:type="dcterms:W3CDTF">2026-09-27T09:30:19Z</dcterms:created>
  <dcterms:modified xsi:type="dcterms:W3CDTF">2026-09-27T09:30:19Z</dcterms:modified>
</cp:coreProperties>
</file>