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Solar, storage and interconnection sized to the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Clarity starts with the site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ROOF, STRUCTURE, SERVICE AND THE CONSTRAINTS THAT SHAPE THE ARRAY.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29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6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2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3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4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8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39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0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5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6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7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3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4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5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8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59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618C7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system built for the building</a:t>
            </a:r>
            <a:endParaRPr lang="en-US" sz="44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29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repeatable path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brief to handover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BRIEF</a:t>
            </a:r>
            <a:endParaRPr lang="en-US" sz="1000" dirty="0"/>
          </a:p>
        </p:txBody>
      </p:sp>
      <p:sp>
        <p:nvSpPr>
          <p:cNvPr id="31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32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needed.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DESIGN</a:t>
            </a:r>
            <a:endParaRPr lang="en-US" sz="1000" dirty="0"/>
          </a:p>
        </p:txBody>
      </p:sp>
      <p:sp>
        <p:nvSpPr>
          <p:cNvPr id="35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the system</a:t>
            </a:r>
            <a:endParaRPr lang="en-US" sz="2000" dirty="0"/>
          </a:p>
        </p:txBody>
      </p:sp>
      <p:sp>
        <p:nvSpPr>
          <p:cNvPr id="36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Engineer the array, storage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VERIFY</a:t>
            </a:r>
            <a:endParaRPr lang="en-US" sz="1000" dirty="0"/>
          </a:p>
        </p:txBody>
      </p:sp>
      <p:sp>
        <p:nvSpPr>
          <p:cNvPr id="39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Commission on site</a:t>
            </a:r>
            <a:endParaRPr lang="en-US" sz="2000" dirty="0"/>
          </a:p>
        </p:txBody>
      </p:sp>
      <p:sp>
        <p:nvSpPr>
          <p:cNvPr id="40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Test, torque and log every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cabinet.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DELIVER</a:t>
            </a:r>
            <a:endParaRPr lang="en-US" sz="1000" dirty="0"/>
          </a:p>
        </p:txBody>
      </p:sp>
      <p:sp>
        <p:nvSpPr>
          <p:cNvPr id="43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Hand over</a:t>
            </a:r>
            <a:endParaRPr lang="en-US" sz="2000" dirty="0"/>
          </a:p>
        </p:txBody>
      </p:sp>
      <p:sp>
        <p:nvSpPr>
          <p:cNvPr id="44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records, training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support.</a:t>
            </a:r>
            <a:endParaRPr lang="en-US" sz="1300" dirty="0"/>
          </a:p>
        </p:txBody>
      </p:sp>
      <p:sp>
        <p:nvSpPr>
          <p:cNvPr id="45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numbers that decide it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 ON VERIFIED INPUTS.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2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5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  <p:sp>
        <p:nvSpPr>
          <p:cNvPr id="3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System summary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open items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754880"/>
                <a:gridCol w="3230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ITEM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SPECIFICATION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STATUS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Solar array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412 kW DC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Confirmed layout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Battery storage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1.2 MWh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Pending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Interconnection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2,000 A line-side tap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Application due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Roof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New TPO, 20-year warranty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Complete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29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3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  <p:sp>
        <p:nvSpPr>
          <p:cNvPr id="1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7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  <p:sp>
        <p:nvSpPr>
          <p:cNvPr id="5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2026-09-26T20:04:03Z</dcterms:created>
  <dcterms:modified xsi:type="dcterms:W3CDTF">2026-09-26T20:04:03Z</dcterms:modified>
</cp:coreProperties>
</file>