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1B403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Shape 5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0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839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870833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916553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839" dirty="0"/>
          </a:p>
        </p:txBody>
      </p:sp>
      <p:sp>
        <p:nvSpPr>
          <p:cNvPr id="12" name="ocean:label"/>
          <p:cNvSpPr/>
          <p:nvPr/>
        </p:nvSpPr>
        <p:spPr>
          <a:xfrm>
            <a:off x="4443984" y="4053713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254881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76072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806442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839" dirty="0"/>
          </a:p>
        </p:txBody>
      </p:sp>
      <p:sp>
        <p:nvSpPr>
          <p:cNvPr id="16" name="ocean:label"/>
          <p:cNvSpPr/>
          <p:nvPr/>
        </p:nvSpPr>
        <p:spPr>
          <a:xfrm>
            <a:off x="4443984" y="4943602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5144770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65061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696331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839" dirty="0"/>
          </a:p>
        </p:txBody>
      </p:sp>
      <p:sp>
        <p:nvSpPr>
          <p:cNvPr id="20" name="ocean:label"/>
          <p:cNvSpPr/>
          <p:nvPr/>
        </p:nvSpPr>
        <p:spPr>
          <a:xfrm>
            <a:off x="4443984" y="583349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6034659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54050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59130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80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Clarity starts with the site</a:t>
            </a:r>
            <a:endParaRPr lang="en-US" sz="40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ROOF, STRUCTURE, SERVICE AND THE CONSTRAINTS THAT SHAPE THE ARRAY.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pic>
        <p:nvPicPr>
          <p:cNvPr id="30" name="ocean:photo" descr="/home/user/workspace/audit/repo/assets/images/rooftop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7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evidence leads the page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29" name="ocean:statement"/>
          <p:cNvSpPr/>
          <p:nvPr/>
        </p:nvSpPr>
        <p:spPr>
          <a:xfrm>
            <a:off x="548640" y="3044952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Make the important information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easy to find. Scale, spacing and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clear hierarchy guide the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reader.</a:t>
            </a:r>
            <a:endParaRPr lang="en-US" sz="2600" dirty="0"/>
          </a:p>
        </p:txBody>
      </p:sp>
      <p:pic>
        <p:nvPicPr>
          <p:cNvPr id="30" name="ocean:photo" descr="/home/user/workspace/audit/repo/assets/images/worke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9400" y="3044952"/>
            <a:ext cx="5010912" cy="310896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Presentations and reports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serve different readers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SAME BRAND, DIFFERENT SYSTEMS.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54720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2" name="ocean:section"/>
          <p:cNvSpPr/>
          <p:nvPr/>
        </p:nvSpPr>
        <p:spPr>
          <a:xfrm>
            <a:off x="777240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77240" y="370332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34" name="ocean:body"/>
          <p:cNvSpPr/>
          <p:nvPr/>
        </p:nvSpPr>
        <p:spPr>
          <a:xfrm>
            <a:off x="777240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77240" y="443484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36" name="ocean:body"/>
          <p:cNvSpPr/>
          <p:nvPr/>
        </p:nvSpPr>
        <p:spPr>
          <a:xfrm>
            <a:off x="777240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 meeting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77240" y="516636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38" name="ocean:body"/>
          <p:cNvSpPr/>
          <p:nvPr/>
        </p:nvSpPr>
        <p:spPr>
          <a:xfrm>
            <a:off x="777240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an appendix</a:t>
            </a:r>
            <a:endParaRPr lang="en-US" sz="1500" dirty="0"/>
          </a:p>
        </p:txBody>
      </p:sp>
      <p:sp>
        <p:nvSpPr>
          <p:cNvPr id="39" name="ocean:frame"/>
          <p:cNvSpPr/>
          <p:nvPr/>
        </p:nvSpPr>
        <p:spPr>
          <a:xfrm>
            <a:off x="6324448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ocean:section"/>
          <p:cNvSpPr/>
          <p:nvPr/>
        </p:nvSpPr>
        <p:spPr>
          <a:xfrm>
            <a:off x="6553048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OR PROPOSAL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553048" y="370332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44" name="ocean:body"/>
          <p:cNvSpPr/>
          <p:nvPr/>
        </p:nvSpPr>
        <p:spPr>
          <a:xfrm>
            <a:off x="6553048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 make a decision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553048" y="443484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46" name="ocean:body"/>
          <p:cNvSpPr/>
          <p:nvPr/>
        </p:nvSpPr>
        <p:spPr>
          <a:xfrm>
            <a:off x="6553048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scope and evidence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6553048" y="5166360"/>
            <a:ext cx="4861408" cy="0"/>
          </a:xfrm>
          <a:prstGeom prst="line">
            <a:avLst/>
          </a:prstGeom>
          <a:noFill/>
          <a:ln w="6350">
            <a:solidFill>
              <a:srgbClr val="102426"/>
            </a:solidFill>
            <a:prstDash val="solid"/>
          </a:ln>
        </p:spPr>
      </p:sp>
      <p:sp>
        <p:nvSpPr>
          <p:cNvPr id="48" name="ocean:body"/>
          <p:cNvSpPr/>
          <p:nvPr/>
        </p:nvSpPr>
        <p:spPr>
          <a:xfrm>
            <a:off x="6553048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Letter pages for PDF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One system with room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for the content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TYPOGRAPHY, COLOR AND EVIDENCE WORK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TOGETHER.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3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Typography</a:t>
            </a:r>
            <a:endParaRPr lang="en-US" sz="2200" dirty="0"/>
          </a:p>
        </p:txBody>
      </p:sp>
      <p:sp>
        <p:nvSpPr>
          <p:cNvPr id="34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Stack Sans Headline in four weights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sets the hierarchy.</a:t>
            </a:r>
            <a:endParaRPr lang="en-US" sz="1300" dirty="0"/>
          </a:p>
        </p:txBody>
      </p:sp>
      <p:sp>
        <p:nvSpPr>
          <p:cNvPr id="35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9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Color</a:t>
            </a:r>
            <a:endParaRPr lang="en-US" sz="2200" dirty="0"/>
          </a:p>
        </p:txBody>
      </p:sp>
      <p:sp>
        <p:nvSpPr>
          <p:cNvPr id="40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approved pairing per slide.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Crimson appears once per deck.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6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Evidence</a:t>
            </a:r>
            <a:endParaRPr lang="en-US" sz="2200" dirty="0"/>
          </a:p>
        </p:txBody>
      </p:sp>
      <p:sp>
        <p:nvSpPr>
          <p:cNvPr id="47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Tables, charts and real photographs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something specific.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Key figures sit in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chamfered tiles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LIGHT NUMBERS, CAPS KEYS, COUNTING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DIAMONDS.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3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4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5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9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40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1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6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7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8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3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SCHEDULE</a:t>
            </a:r>
            <a:endParaRPr lang="en-US" sz="1050" dirty="0"/>
          </a:p>
        </p:txBody>
      </p:sp>
      <p:sp>
        <p:nvSpPr>
          <p:cNvPr id="54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100 days</a:t>
            </a:r>
            <a:endParaRPr lang="en-US" sz="3400" dirty="0"/>
          </a:p>
        </p:txBody>
      </p:sp>
      <p:sp>
        <p:nvSpPr>
          <p:cNvPr id="55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notice to proceed</a:t>
            </a:r>
            <a:endParaRPr lang="en-US" sz="1200" dirty="0"/>
          </a:p>
        </p:txBody>
      </p:sp>
      <p:sp>
        <p:nvSpPr>
          <p:cNvPr id="56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repeatable path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brief to handover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BRIEF</a:t>
            </a:r>
            <a:endParaRPr lang="en-US" sz="1000" dirty="0"/>
          </a:p>
        </p:txBody>
      </p:sp>
      <p:sp>
        <p:nvSpPr>
          <p:cNvPr id="32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33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needed.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DESIGN</a:t>
            </a:r>
            <a:endParaRPr lang="en-US" sz="1000" dirty="0"/>
          </a:p>
        </p:txBody>
      </p:sp>
      <p:sp>
        <p:nvSpPr>
          <p:cNvPr id="36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the system</a:t>
            </a:r>
            <a:endParaRPr lang="en-US" sz="2000" dirty="0"/>
          </a:p>
        </p:txBody>
      </p:sp>
      <p:sp>
        <p:nvSpPr>
          <p:cNvPr id="37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Engineer the array, storage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VERIFY</a:t>
            </a:r>
            <a:endParaRPr lang="en-US" sz="1000" dirty="0"/>
          </a:p>
        </p:txBody>
      </p:sp>
      <p:sp>
        <p:nvSpPr>
          <p:cNvPr id="40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Commission on site</a:t>
            </a:r>
            <a:endParaRPr lang="en-US" sz="2000" dirty="0"/>
          </a:p>
        </p:txBody>
      </p:sp>
      <p:sp>
        <p:nvSpPr>
          <p:cNvPr id="41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Test, torque and log every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cabinet.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DELIVER</a:t>
            </a:r>
            <a:endParaRPr lang="en-US" sz="1000" dirty="0"/>
          </a:p>
        </p:txBody>
      </p:sp>
      <p:sp>
        <p:nvSpPr>
          <p:cNvPr id="44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Hand over</a:t>
            </a:r>
            <a:endParaRPr lang="en-US" sz="2000" dirty="0"/>
          </a:p>
        </p:txBody>
      </p:sp>
      <p:sp>
        <p:nvSpPr>
          <p:cNvPr id="45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records, training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support.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4059936"/>
            <a:ext cx="6217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57200" y="2999232"/>
          <a:ext cx="8412480" cy="3081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Shape 27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9235440" y="3227832"/>
            <a:ext cx="24076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TOTAL $819K.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6.4 YEARS.</a:t>
            </a:r>
            <a:endParaRPr lang="en-US" sz="1050" dirty="0"/>
          </a:p>
        </p:txBody>
      </p:sp>
      <p:sp>
        <p:nvSpPr>
          <p:cNvPr id="33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System summary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open items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3230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ITEM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02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SPECIFICATION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02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STATUS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02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Solar array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412 kW DC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Confirmed layout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Battery storage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1.2 MWh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Pending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2,000 A line-side tap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Application due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Roof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New TPO, 20-year warranty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Complete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Credibility comes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specific responsibilities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3044952"/>
            <a:ext cx="3515258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0" name="ocean:section"/>
          <p:cNvSpPr/>
          <p:nvPr/>
        </p:nvSpPr>
        <p:spPr>
          <a:xfrm>
            <a:off x="548640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31" name="ocean:label"/>
          <p:cNvSpPr/>
          <p:nvPr/>
        </p:nvSpPr>
        <p:spPr>
          <a:xfrm>
            <a:off x="548640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950" dirty="0"/>
          </a:p>
        </p:txBody>
      </p:sp>
      <p:sp>
        <p:nvSpPr>
          <p:cNvPr id="32" name="ocean:body"/>
          <p:cNvSpPr/>
          <p:nvPr/>
        </p:nvSpPr>
        <p:spPr>
          <a:xfrm>
            <a:off x="548640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 concise record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of relevant experience.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338218" y="3044952"/>
            <a:ext cx="3515258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4" name="ocean:section"/>
          <p:cNvSpPr/>
          <p:nvPr/>
        </p:nvSpPr>
        <p:spPr>
          <a:xfrm>
            <a:off x="4338218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35" name="ocean:label"/>
          <p:cNvSpPr/>
          <p:nvPr/>
        </p:nvSpPr>
        <p:spPr>
          <a:xfrm>
            <a:off x="4338218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950" dirty="0"/>
          </a:p>
        </p:txBody>
      </p:sp>
      <p:sp>
        <p:nvSpPr>
          <p:cNvPr id="36" name="ocean:body"/>
          <p:cNvSpPr/>
          <p:nvPr/>
        </p:nvSpPr>
        <p:spPr>
          <a:xfrm>
            <a:off x="4338218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 owns. Avoid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inflated descriptions.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8127797" y="3044952"/>
            <a:ext cx="3515258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8" name="ocean:section"/>
          <p:cNvSpPr/>
          <p:nvPr/>
        </p:nvSpPr>
        <p:spPr>
          <a:xfrm>
            <a:off x="8127797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39" name="ocean:label"/>
          <p:cNvSpPr/>
          <p:nvPr/>
        </p:nvSpPr>
        <p:spPr>
          <a:xfrm>
            <a:off x="8127797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8127797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 Use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supplied headshot or none.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sp>
        <p:nvSpPr>
          <p:cNvPr id="30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1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2" name="Shape 28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3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4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6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7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8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0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2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7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2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Keep useful detail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accessible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</a:t>
            </a:r>
            <a:endParaRPr lang="en-US" sz="900" dirty="0"/>
          </a:p>
        </p:txBody>
      </p:sp>
      <p:graphicFrame>
        <p:nvGraphicFramePr>
          <p:cNvPr id="16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391" y="2438400"/>
            <a:ext cx="1298913" cy="11430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2743200" y="3962400"/>
            <a:ext cx="6705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HOUSTON, TEXAS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2743200" y="4191000"/>
            <a:ext cx="6705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OCEANRCS.COM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brand system</dc:title>
  <dc:subject>PptxGenJS Presentation</dc:subject>
  <dc:creator>PptxGenJS</dc:creator>
  <cp:lastModifiedBy>PptxGenJS</cp:lastModifiedBy>
  <cp:revision>1</cp:revision>
  <dcterms:created xsi:type="dcterms:W3CDTF">2026-09-26T12:18:43Z</dcterms:created>
  <dcterms:modified xsi:type="dcterms:W3CDTF">2026-09-26T12:18:43Z</dcterms:modified>
</cp:coreProperties>
</file>